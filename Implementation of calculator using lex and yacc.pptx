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91440" y="310515"/>
            <a:ext cx="7978775" cy="89344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sz="2800" b="1"/>
              <a:t>I</a:t>
            </a:r>
            <a:r>
              <a:rPr sz="2800" b="1"/>
              <a:t>mplementation of calculator using lex and yacc</a:t>
            </a:r>
            <a:r>
              <a:rPr sz="1600"/>
              <a:t> 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328295" y="1081405"/>
            <a:ext cx="114814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>
                <a:solidFill>
                  <a:schemeClr val="accent1">
                    <a:lumMod val="50000"/>
                  </a:schemeClr>
                </a:solidFill>
              </a:rPr>
              <a:t>Write a LEX file to tokenize input, and a YACC file to parse &amp; evaluate expressions.</a:t>
            </a:r>
            <a:endParaRPr lang="en-US" altLang="en-US" sz="2800" b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2034540"/>
            <a:ext cx="5499735" cy="4787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65" y="2625090"/>
            <a:ext cx="8843645" cy="3980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715" y="193675"/>
            <a:ext cx="5910580" cy="8553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795" y="1120140"/>
            <a:ext cx="7050405" cy="5328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0" y="231775"/>
            <a:ext cx="11224260" cy="6513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0" y="231775"/>
            <a:ext cx="5746750" cy="57969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6112510"/>
            <a:ext cx="869315" cy="5467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85" y="147320"/>
            <a:ext cx="5866130" cy="16389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245" y="2510155"/>
            <a:ext cx="5532755" cy="2156460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6217285" y="17145"/>
            <a:ext cx="116840" cy="687578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580" y="670560"/>
            <a:ext cx="779526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65" y="401320"/>
            <a:ext cx="9145270" cy="10579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30" y="2232660"/>
            <a:ext cx="7256145" cy="2282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25" y="533400"/>
            <a:ext cx="7221855" cy="5506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WPS Presentation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Afreen Fatima</dc:creator>
  <cp:lastModifiedBy>Afreen Fatima Mohammed</cp:lastModifiedBy>
  <cp:revision>5</cp:revision>
  <dcterms:created xsi:type="dcterms:W3CDTF">2025-08-28T17:58:00Z</dcterms:created>
  <dcterms:modified xsi:type="dcterms:W3CDTF">2025-09-08T04:25:28Z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4161C80EE131493AB9DE78D8FA711DF3_12</vt:lpwstr>
  </property>
  <property fmtid="{D5CDD505-2E9C-101B-9397-08002B2CF9AE}" pid="3" name="KSOProductBuildVer">
    <vt:lpwstr>1033-12.2.0.22222</vt:lpwstr>
  </property>
</Properties>
</file>