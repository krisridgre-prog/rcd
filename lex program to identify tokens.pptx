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3" r:id="rId4"/>
    <p:sldId id="26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299210" y="30892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sz="1600" b="1"/>
              <a:t>W</a:t>
            </a:r>
            <a:r>
              <a:rPr sz="1600" b="1"/>
              <a:t>rite a lex program to identify tokens</a:t>
            </a:r>
            <a:endParaRPr sz="1600" b="1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9210" y="1058545"/>
            <a:ext cx="6820535" cy="53397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665" y="205105"/>
            <a:ext cx="8524875" cy="49047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175" y="5109845"/>
            <a:ext cx="6983095" cy="15773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285" y="76200"/>
            <a:ext cx="5940425" cy="232600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1840" y="383540"/>
            <a:ext cx="1988820" cy="419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840" y="1047115"/>
            <a:ext cx="2893695" cy="47815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635" y="3120390"/>
            <a:ext cx="2157095" cy="64008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310" y="3940810"/>
            <a:ext cx="6019165" cy="66294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5795" y="4993640"/>
            <a:ext cx="1191895" cy="774065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1137920" y="2584450"/>
            <a:ext cx="4378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/>
              <a:t>Excecution Steps:</a:t>
            </a:r>
            <a:endParaRPr lang="en-US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</Words>
  <Application>WPS Presentation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Afreen Fatima</dc:creator>
  <cp:lastModifiedBy>Afreen Fatima Mohammed</cp:lastModifiedBy>
  <cp:revision>3</cp:revision>
  <dcterms:created xsi:type="dcterms:W3CDTF">2025-08-28T17:45:03Z</dcterms:created>
  <dcterms:modified xsi:type="dcterms:W3CDTF">2025-08-28T17:47:25Z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2A1ECF91A12942659817EAE9BD41ACD3_12</vt:lpwstr>
  </property>
  <property fmtid="{D5CDD505-2E9C-101B-9397-08002B2CF9AE}" pid="3" name="KSOProductBuildVer">
    <vt:lpwstr>1033-12.2.0.22222</vt:lpwstr>
  </property>
</Properties>
</file>